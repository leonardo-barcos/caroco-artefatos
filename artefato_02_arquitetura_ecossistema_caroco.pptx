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120140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Artefato 2 — Arquitetura Geral do Ecossistema CAROÇO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694944"/>
            <a:ext cx="10835640" cy="301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em camadas: coleta em campo, núcleo de dados, geoprocessamento, análise inteligente e apoio à decisão pública.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E8F5E9">
              <a:alpha val="94000"/>
            </a:srgbClr>
          </a:solidFill>
          <a:ln w="1524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16736"/>
            <a:ext cx="2505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Coleta em campo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49040" y="1207008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E3F2FD">
              <a:alpha val="94000"/>
            </a:srgbClr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316736"/>
            <a:ext cx="4288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Núcleo tecnológico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869680" y="1207008"/>
            <a:ext cx="2788920" cy="4526280"/>
          </a:xfrm>
          <a:prstGeom prst="roundRect">
            <a:avLst>
              <a:gd name="adj" fmla="val 2623"/>
            </a:avLst>
          </a:prstGeom>
          <a:solidFill>
            <a:srgbClr val="FFF3E0">
              <a:alpha val="94000"/>
            </a:srgbClr>
          </a:solidFill>
          <a:ln w="15240">
            <a:solidFill>
              <a:srgbClr val="EF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34272" y="1316736"/>
            <a:ext cx="2459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Análise e decisão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01568" y="2176272"/>
            <a:ext cx="292608" cy="0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3108960"/>
            <a:ext cx="292608" cy="0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1965960"/>
            <a:ext cx="402336" cy="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0" y="2898648"/>
            <a:ext cx="402336" cy="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0" y="3813048"/>
            <a:ext cx="402336" cy="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4681728"/>
            <a:ext cx="402336" cy="0"/>
          </a:xfrm>
          <a:prstGeom prst="line">
            <a:avLst/>
          </a:prstGeom>
          <a:noFill/>
          <a:ln w="2159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22960" y="1755648"/>
            <a:ext cx="219456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43A0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Batedores de açaí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usuários principais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587752"/>
            <a:ext cx="2194560" cy="694944"/>
          </a:xfrm>
          <a:prstGeom prst="rect">
            <a:avLst/>
          </a:prstGeom>
          <a:solidFill>
            <a:srgbClr val="FFFFFF"/>
          </a:solidFill>
          <a:ln w="13970">
            <a:solidFill>
              <a:srgbClr val="2E7D3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CAROÇO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móvel de dados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2194560" cy="914400"/>
          </a:xfrm>
          <a:prstGeom prst="rect">
            <a:avLst/>
          </a:prstGeom>
          <a:solidFill>
            <a:srgbClr val="F1F8E9"/>
          </a:solidFill>
          <a:ln w="13970">
            <a:solidFill>
              <a:srgbClr val="43A0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coletados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localização • volume • origem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preço • data • resíduos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22960" y="4736592"/>
            <a:ext cx="219456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43A04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 seletiva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benefícios aos participantes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1664208"/>
            <a:ext cx="388620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1565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Serviços de aplicação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recebem, validam e organizam os registros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4114800" y="2578608"/>
            <a:ext cx="388620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1565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dados operacional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cadastros, registros de produção, preços e resíduos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4114800" y="3493008"/>
            <a:ext cx="388620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1565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geoespacial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coordenadas, pontos críticos, bairros e rotas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114800" y="4407408"/>
            <a:ext cx="3886200" cy="621792"/>
          </a:xfrm>
          <a:prstGeom prst="rect">
            <a:avLst/>
          </a:prstGeom>
          <a:solidFill>
            <a:srgbClr val="FFFFFF"/>
          </a:solidFill>
          <a:ln w="13970">
            <a:solidFill>
              <a:srgbClr val="1565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dos dados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segurança, qualidade, auditoria e exportação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9162288" y="1645920"/>
            <a:ext cx="2176272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F6C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 / QGIS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mapas temáticos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62288" y="2578608"/>
            <a:ext cx="2176272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F6C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 IA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preço médio e sazonalidade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9162288" y="3493008"/>
            <a:ext cx="2176272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F6C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Painéis e relatórios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ambientais e comerciais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9162288" y="4407408"/>
            <a:ext cx="2176272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EF6C0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pública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rotas, campanhas e políticas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502920" y="5989320"/>
            <a:ext cx="11155680" cy="475488"/>
          </a:xfrm>
          <a:prstGeom prst="roundRect">
            <a:avLst>
              <a:gd name="adj" fmla="val 11538"/>
            </a:avLst>
          </a:prstGeom>
          <a:solidFill>
            <a:srgbClr val="EFEBE9"/>
          </a:solidFill>
          <a:ln w="12700">
            <a:solidFill>
              <a:srgbClr val="6D4C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6062472"/>
            <a:ext cx="107442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D4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 esperadas: identificação de áreas críticas • rotas otimizadas de coleta • incentivo à coleta seletiva • apoio a políticas públicas • fortalecimento da economia circular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documentação do Projeto CAROÇO — síntese do app, SIG, dados de campo e análise com IA.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Projeto CAROÇO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Artefato 2 - Arquitetura Geral do Ecossistema CAROÇO</dc:title>
  <dc:subject>Diagrama de Arquitetura Geral do Ecossistema CAROÇO</dc:subject>
  <dc:creator>OpenAI</dc:creator>
  <cp:lastModifiedBy>OpenAI</cp:lastModifiedBy>
  <cp:revision>1</cp:revision>
  <dcterms:created xsi:type="dcterms:W3CDTF">2026-05-15T22:43:08Z</dcterms:created>
  <dcterms:modified xsi:type="dcterms:W3CDTF">2026-05-15T22:43:08Z</dcterms:modified>
</cp:coreProperties>
</file>