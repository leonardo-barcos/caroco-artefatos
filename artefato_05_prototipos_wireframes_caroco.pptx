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Protótipos de Telas / Wireframes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Estrutura visual inicial do aplicativo móvel CAROÇO para validação com batedores e equipe do projeto.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Objetivo do artefato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Representar as principais telas previstas para coleta de dados, registro de resíduos, benefícios e consulta de indicadores. Os wireframes são editáveis e podem evoluir para protótipo navegável.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15087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Entrar / Cadastro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22592" y="15087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Painel inicial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3252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54312" y="15087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Comercialização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6908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90872" y="30175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Resíduos e coleta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22592" y="30175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Indicadores / 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4937760"/>
            <a:ext cx="6035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Premissa de design: telas simples, campos objetivos, linguagem acessível e registro rápido em campo.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5.1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Wireframe — Entrar e Cadastrar Batedor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Primeiro acesso, identificação e consentimento de participação no programa.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1261872"/>
            <a:ext cx="2743200" cy="4846320"/>
          </a:xfrm>
          <a:prstGeom prst="roundRect">
            <a:avLst>
              <a:gd name="adj" fmla="val 533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335024"/>
            <a:ext cx="603504" cy="45720"/>
          </a:xfrm>
          <a:prstGeom prst="roundRect">
            <a:avLst>
              <a:gd name="adj" fmla="val 8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1481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CAROÇO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18745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Coleta, Gestão de Dados e Resíduos do Açaí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70432" y="26517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CPF ou código do batedor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70432" y="2807208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000.000.000-00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170432" y="32461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Senha ou PIN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70432" y="3401568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••••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170432" y="3913632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ENTRAR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70432" y="4434840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</a:rPr>
              <a:t>Cadastrar novo batedor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50109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☑ Autorizo o uso dos dados para fins de pesquisa e gestão ambiental.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4572000" y="160020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Função principal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17720" y="21945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Registrar a identificação do batedor e preparar o vínculo com os registros de comercialização, resíduos, localização e benefícios.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63440" y="32461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Cadastro simples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903720" y="3310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Nome, contato, bairro e ponto de venda.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39319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Transparência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903720" y="3995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Informação clara sobre finalidade dos dados.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46177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Uso em campo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903720" y="4681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Acesso rápido e fluxo com poucos passos.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5.2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Wireframe — Painel Inicial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Tela de acesso às ações mais frequentes do aplicativo.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1261872"/>
            <a:ext cx="2743200" cy="4846320"/>
          </a:xfrm>
          <a:prstGeom prst="roundRect">
            <a:avLst>
              <a:gd name="adj" fmla="val 533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335024"/>
            <a:ext cx="603504" cy="45720"/>
          </a:xfrm>
          <a:prstGeom prst="roundRect">
            <a:avLst>
              <a:gd name="adj" fmla="val 8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1481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Painel do Batedor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5568" y="1810512"/>
            <a:ext cx="224028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Olá, Batedor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" y="233172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Registrar comercialização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43000" y="2962656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Registrar resíduos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143000" y="3593592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Consultar benefícios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143000" y="4224528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Ver indicadores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097280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Início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1661922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Registros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2226564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Resíduos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2791206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Indicadores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4572000" y="1536192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Blocos funcionais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63440" y="22402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Coleta de dados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Quantidade, preço, origem e data.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297180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Resíduos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12280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Caroço, bagaço, miriti e pataua.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370332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Benefícios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12280" y="3776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Adesão ao programa de coleta seletiva.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443484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Indicadores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12280" y="4507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Preço médio, produção e tendências.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5.3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Wireframe — Registro de Comercialização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Entrada diária de dados econômicos e origem do fruto.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1261872"/>
            <a:ext cx="2743200" cy="4846320"/>
          </a:xfrm>
          <a:prstGeom prst="roundRect">
            <a:avLst>
              <a:gd name="adj" fmla="val 533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335024"/>
            <a:ext cx="603504" cy="45720"/>
          </a:xfrm>
          <a:prstGeom prst="roundRect">
            <a:avLst>
              <a:gd name="adj" fmla="val 8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1481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Comercialização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17830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Data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43000" y="193852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15/05/2026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331720" y="17830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Origem do fruto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2331720" y="193852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Município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1143000" y="24505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Quantidade comprada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43000" y="2606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10 rasas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2331720" y="24505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Preço compra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2331720" y="2606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R$ 120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143000" y="31181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Preço venda/litro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43000" y="327355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R$ 18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331720" y="31181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Unidade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2331720" y="327355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litro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143000" y="3886200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Usar localização atual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143000" y="4370832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SALVAR REGISTRO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097280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Início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1661922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Registros</a:t>
            </a: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2226564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Resíduos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2791206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Indicadores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4572000" y="15544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Dados coletados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17720" y="2148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Esta tela gera registros que alimentam o banco de dados, os mapas de preço médio e o módulo analítico do projeto.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09160" y="3054096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Origem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144768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Município ou fornecedor do açaí.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4709160" y="358444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Quantidade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6144768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Rasa, saca, paneiro ou unidade definida.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4709160" y="411480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Preço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6144768" y="4169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Compra e venda para análise de mercado.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4709160" y="4645152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Data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6144768" y="47000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Base para sazonalidade e séries temporais.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5.4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Wireframe — Registro de Resíduos e Coleta Seletiva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Módulo para informar resíduos gerados e adesão ao programa de benefícios.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1261872"/>
            <a:ext cx="2743200" cy="4846320"/>
          </a:xfrm>
          <a:prstGeom prst="roundRect">
            <a:avLst>
              <a:gd name="adj" fmla="val 533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335024"/>
            <a:ext cx="603504" cy="45720"/>
          </a:xfrm>
          <a:prstGeom prst="roundRect">
            <a:avLst>
              <a:gd name="adj" fmla="val 8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1481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Resíduos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17373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Tipo de resíduo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43000" y="1892808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Caroço de açaí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1143000" y="23408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Quantidade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43000" y="24963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12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2331720" y="23408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Unidade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2331720" y="24963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sacos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143000" y="30083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</a:rPr>
              <a:t>Ponto de coleta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43000" y="3163824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GPS / Bairro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143000" y="3703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Participar do programa de benefícios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143000" y="4352544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ENVIAR DADOS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097280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Início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661922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Registros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2226564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Resíduos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2791206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Indicadores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4572000" y="150876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Resíduos contemplados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63440" y="21488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Caroço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1488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Bagaço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21488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Miriti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15400" y="21488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Pataua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31089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Os dados de resíduos viabilizam mapas de geração, identificação de áreas críticas, planejamento de rotas de coleta e relatórios para políticas públicas.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63440" y="4663440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Saída esperada: base georreferenciada para o SIG e para o planejamento logístico.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5.5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Wireframe — Indicadores, Benefícios e 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Consulta de informações úteis para batedores e gestores.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1261872"/>
            <a:ext cx="2743200" cy="4846320"/>
          </a:xfrm>
          <a:prstGeom prst="roundRect">
            <a:avLst>
              <a:gd name="adj" fmla="val 533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335024"/>
            <a:ext cx="603504" cy="45720"/>
          </a:xfrm>
          <a:prstGeom prst="roundRect">
            <a:avLst>
              <a:gd name="adj" fmla="val 8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1481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Indicadores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182880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Preço médio estimado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21488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R$ 18,40 / litro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99232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Volume registrado no bairro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43000" y="3502152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172A"/>
                </a:solidFill>
              </a:rPr>
              <a:t>Alta geração de resíduos nesta semana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1143000" y="4005072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Benefícios acumulados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097280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Início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1661922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Registros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2226564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Resíduos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2791206" y="5440680"/>
            <a:ext cx="546354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0F172A"/>
                </a:solidFill>
              </a:rPr>
              <a:t>Indicadores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4572000" y="1536192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Inteligência aplicada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17720" y="21488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A análise de mercado usa os registros compartilhados pelos batedores para estimar preço médio por origem, período do ano e dinâmica de oferta e demanda.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09160" y="34290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Batedor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309360" y="3493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Consulta preço médio e benefícios.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709160" y="404164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Projeto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309360" y="4105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Monitora adesão e qualidade dos dados.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709160" y="4654296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Gestores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309360" y="4718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Avaliam áreas críticas e rotas de coleta.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IFPA Campus Ananindeua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CAROÇO - Artefatos do arcabouço do aplicativo</dc:title>
  <dc:subject>Artefatos de documentação do aplicativo CAROÇO</dc:subject>
  <dc:creator>IFPA / Projeto CAROÇO</dc:creator>
  <cp:lastModifiedBy>IFPA / Projeto CAROÇO</cp:lastModifiedBy>
  <cp:revision>1</cp:revision>
  <dcterms:created xsi:type="dcterms:W3CDTF">2026-05-15T23:10:04Z</dcterms:created>
  <dcterms:modified xsi:type="dcterms:W3CDTF">2026-05-15T23:10:04Z</dcterms:modified>
</cp:coreProperties>
</file>