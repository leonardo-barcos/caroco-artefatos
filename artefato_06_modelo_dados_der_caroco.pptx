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Artefato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Modelo de Dados / DER Simplificado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Entidades conceituais do aplicativo CAROÇO e sua relação com o SIG e os módulos analíticos.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87000" y="43891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B3D2E"/>
          </a:solidFill>
          <a:ln>
            <a:solidFill>
              <a:srgbClr val="0B3D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CAROÇO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Documentação do arcabouço tecnológico do aplicativo CAROÇO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326880" y="64190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IFPA Campus Ananindeua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0" y="1920240"/>
            <a:ext cx="14630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3063240"/>
            <a:ext cx="14630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46520" y="1920240"/>
            <a:ext cx="795528" cy="59436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46520" y="3063240"/>
            <a:ext cx="795528" cy="-32004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61120" y="2606040"/>
            <a:ext cx="109728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0" y="4389120"/>
            <a:ext cx="1965960" cy="22860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52360" y="4617720"/>
            <a:ext cx="164592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03520" y="5257800"/>
            <a:ext cx="2148840" cy="-64008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520" y="15087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</a:rPr>
              <a:t>BATEDOR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</a:rPr>
              <a:t>• id_batedor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</a:rPr>
              <a:t>• nome/código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</a:rPr>
              <a:t>• contato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</a:rPr>
              <a:t>• bairro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31520" y="26517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</a:rPr>
              <a:t>LOCALIZAÇÃO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</a:rPr>
              <a:t>• latitude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</a:rPr>
              <a:t>• longitude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</a:rPr>
              <a:t>• bairro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0F172A"/>
                </a:solidFill>
              </a:rPr>
              <a:t>• ponto de venda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4206240" y="132588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</a:rPr>
              <a:t>REGISTRO DE</a:t>
            </a:r>
            <a:endParaRPr lang="en-US" sz="960" dirty="0"/>
          </a:p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</a:rPr>
              <a:t>COMERCIALIZAÇÃO</a:t>
            </a:r>
            <a:endParaRPr lang="en-US" sz="960" dirty="0"/>
          </a:p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</a:rPr>
              <a:t>• data</a:t>
            </a:r>
            <a:endParaRPr lang="en-US" sz="960" dirty="0"/>
          </a:p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</a:rPr>
              <a:t>• qtd_processada</a:t>
            </a:r>
            <a:endParaRPr lang="en-US" sz="960" dirty="0"/>
          </a:p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</a:rPr>
              <a:t>• preço_compra</a:t>
            </a:r>
            <a:endParaRPr lang="en-US" sz="960" dirty="0"/>
          </a:p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</a:rPr>
              <a:t>• preço_venda</a:t>
            </a:r>
            <a:endParaRPr lang="en-US" sz="960" dirty="0"/>
          </a:p>
          <a:p>
            <a:pPr algn="l" indent="0" marL="0">
              <a:buNone/>
            </a:pPr>
            <a:r>
              <a:rPr lang="en-US" sz="960" b="1" dirty="0">
                <a:solidFill>
                  <a:srgbClr val="0F172A"/>
                </a:solidFill>
              </a:rPr>
              <a:t>• origem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4206240" y="27432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</a:rPr>
              <a:t>REGISTRO DE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</a:rPr>
              <a:t>RESÍDUOS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</a:rPr>
              <a:t>• tipo_resíduo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</a:rPr>
              <a:t>• quantidade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</a:rPr>
              <a:t>• unidade</a:t>
            </a:r>
            <a:endParaRPr lang="en-US" sz="980" dirty="0"/>
          </a:p>
          <a:p>
            <a:pPr algn="l" indent="0" marL="0">
              <a:buNone/>
            </a:pPr>
            <a:r>
              <a:rPr lang="en-US" sz="980" b="1" dirty="0">
                <a:solidFill>
                  <a:srgbClr val="0F172A"/>
                </a:solidFill>
              </a:rPr>
              <a:t>• adesão_coleta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360920" y="214884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</a:rPr>
              <a:t>BASE GEOESPACIAL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</a:rPr>
              <a:t>PostgreSQL/PostGIS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</a:rPr>
              <a:t>ou CSV importável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0F172A"/>
                </a:solidFill>
              </a:rPr>
              <a:t>para QGIS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9966960" y="214884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SIG / QGIS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mapas temáticos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áreas críticas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rotas de coleta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03320" y="475488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TIPO DE RESÍDUO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Caroço · Bagaço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Miriti · Pataua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452360" y="425196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BENEFÍCIO / ADESÃO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• status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• pontuação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• histórico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9098280" y="42062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ANÁLISE DE MERCADO / IA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• preço médio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• sazonalidade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• oferta e demanda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3703320" y="388620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ORIGEM DO FRUTO</a:t>
            </a:r>
            <a:endParaRPr lang="en-US" sz="910" dirty="0"/>
          </a:p>
          <a:p>
            <a:pPr algn="l"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• município</a:t>
            </a:r>
            <a:endParaRPr lang="en-US" sz="910" dirty="0"/>
          </a:p>
          <a:p>
            <a:pPr algn="l"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• fornecedor</a:t>
            </a:r>
            <a:endParaRPr lang="en-US" sz="910" dirty="0"/>
          </a:p>
          <a:p>
            <a:pPr algn="l" indent="0" marL="0">
              <a:buNone/>
            </a:pPr>
            <a:r>
              <a:rPr lang="en-US" sz="910" b="1" dirty="0">
                <a:solidFill>
                  <a:srgbClr val="0F172A"/>
                </a:solidFill>
              </a:rPr>
              <a:t>• período</a:t>
            </a:r>
            <a:endParaRPr lang="en-US" sz="910" dirty="0"/>
          </a:p>
        </p:txBody>
      </p:sp>
      <p:sp>
        <p:nvSpPr>
          <p:cNvPr id="28" name="Text 26"/>
          <p:cNvSpPr/>
          <p:nvPr/>
        </p:nvSpPr>
        <p:spPr>
          <a:xfrm>
            <a:off x="914400" y="5760720"/>
            <a:ext cx="102412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Cardinalidades sugeridas: um batedor pode gerar muitos registros; cada registro pode ter uma localização; os registros alimentam a base geoespacial, o SIG e o módulo analítico.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Artefato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Descrição das Entidades do Modelo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Resumo das principais tabelas/conjuntos de dados previstos para o aplicativo.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87000" y="43891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B3D2E"/>
          </a:solidFill>
          <a:ln>
            <a:solidFill>
              <a:srgbClr val="0B3D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CAROÇO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Documentação do arcabouço tecnológico do aplicativo CAROÇO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326880" y="64190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IFPA Campus Ananindeua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Entidade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71800" y="1417320"/>
            <a:ext cx="315468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Finalidade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1417320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Exemplos de campos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1984248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Batedor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971800" y="1984248"/>
            <a:ext cx="3154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Identifica participantes e pontos de venda.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446520" y="1984248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id_batedor, nome/código, contato, bairro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685800" y="2551176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Localização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2971800" y="2551176"/>
            <a:ext cx="315468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Georreferencia registros e pontos de geração.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6446520" y="2551176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latitude, longitude, bairro, ponto_referência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685800" y="3118104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Registro de Comercialização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2971800" y="3118104"/>
            <a:ext cx="3154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Armazena dados econômicos e origem do fruto.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6446520" y="3118104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data, qtd, unidade, preço_compra, preço_venda, origem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85800" y="368503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Registro de Resíduos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2971800" y="3685032"/>
            <a:ext cx="315468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Registra resíduos gerados e coleta seletiva.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6446520" y="3685032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tipo_resíduo, quantidade, unidade, status_coleta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685800" y="42519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Benefício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2971800" y="4251960"/>
            <a:ext cx="3154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Controla adesão e incentivos aos participantes.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6446520" y="4251960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id_benefício, status, pontuação, observação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85800" y="4818888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Análise de Mercado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2971800" y="4818888"/>
            <a:ext cx="315468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Agrega dados para indicadores e IA.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446520" y="4818888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preço_médio, origem, período, tendência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685800" y="5715000"/>
            <a:ext cx="10149840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Observação: o modelo é conceitual e deve ser refinado após a validação dos campos com batedores, equipe do projeto e gestores públicos.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IFPA Campus Ananindeua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CAROÇO - Artefatos do arcabouço do aplicativo</dc:title>
  <dc:subject>Artefatos de documentação do aplicativo CAROÇO</dc:subject>
  <dc:creator>IFPA / Projeto CAROÇO</dc:creator>
  <cp:lastModifiedBy>IFPA / Projeto CAROÇO</cp:lastModifiedBy>
  <cp:revision>1</cp:revision>
  <dcterms:created xsi:type="dcterms:W3CDTF">2026-05-15T23:10:04Z</dcterms:created>
  <dcterms:modified xsi:type="dcterms:W3CDTF">2026-05-15T23:10:04Z</dcterms:modified>
</cp:coreProperties>
</file>