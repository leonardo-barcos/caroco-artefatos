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Roadmap de Evolução do Aplicativo CAROÇO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Linha do tempo sugerida para consolidar o aplicativo, integrar o SIG e ampliar o uso institucional.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87000" y="438912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B3D2E"/>
          </a:solidFill>
          <a:ln>
            <a:solidFill>
              <a:srgbClr val="0B3D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CAROÇO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1908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Documentação do arcabouço tecnológico do aplicativo CAROÇO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326880" y="64190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IFPA Campus Ananindeua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60120" y="3246120"/>
            <a:ext cx="10012680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solid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9728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0299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SIG estruturado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85800" y="253288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Concluído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6072" y="36301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</a:rPr>
              <a:t>Mapeamento inicial e identificação de áreas críticas.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297180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0299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Modelagem do app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2560320" y="253288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Em andamento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50592" y="36301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</a:rPr>
              <a:t>Ajuste dos campos conforme dados de campo.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20299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Protótipo validável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434840" y="253288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Próximo passo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25112" y="36301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</a:rPr>
              <a:t>Wireframes e fluxo de navegação para validação.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72084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0299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Versão funcional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309360" y="253288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Próximo passo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99632" y="36301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</a:rPr>
              <a:t>Coleta de dados, resíduos, localização e relatórios simples.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859536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20299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Integração SIG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8183880" y="253288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Próximo passo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74152" y="36301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</a:rPr>
              <a:t>Importação automática ou rotina CSV/PostGIS para QGIS.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10469880" y="3017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3D2E"/>
          </a:solidFill>
          <a:ln w="12700">
            <a:solidFill>
              <a:srgbClr val="0B3D2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20299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IA e indicadores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10058400" y="253288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Evolução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948672" y="36301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</a:rPr>
              <a:t>Preço médio, sazonalidade, tendências e apoio à decisão.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1005840" y="5257800"/>
            <a:ext cx="9966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l" rotWithShape="0" blurRad="19050" dist="12700" dir="2700000">
              <a:srgbClr val="000000">
                <a:alpha val="12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Critério de avanço entre fases: validação com batedores, consistência dos dados coletados, aderência ao SIG e viabilidade de uso pela gestão pública.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1417320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Curto prazo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1417320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Médio prazo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503920" y="1417320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Evolução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IFPA Campus Ananindeua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CAROÇO - Artefatos do arcabouço do aplicativo</dc:title>
  <dc:subject>Artefatos de documentação do aplicativo CAROÇO</dc:subject>
  <dc:creator>IFPA / Projeto CAROÇO</dc:creator>
  <cp:lastModifiedBy>IFPA / Projeto CAROÇO</cp:lastModifiedBy>
  <cp:revision>1</cp:revision>
  <dcterms:created xsi:type="dcterms:W3CDTF">2026-05-15T23:10:04Z</dcterms:created>
  <dcterms:modified xsi:type="dcterms:W3CDTF">2026-05-15T23:10:04Z</dcterms:modified>
</cp:coreProperties>
</file>